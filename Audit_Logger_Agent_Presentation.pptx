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AUDIT LOGGER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A500"/>
                </a:solidFill>
              </a:defRPr>
            </a:pPr>
            <a:r>
              <a:t>Real-time Complaint Processing &amp; Compliance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The Audit Logger Agent is an intelligent system designed for: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Real-time complaint processing and validation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Automated compliance checking and reporting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Comprehensive audit trail generation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Multi-stage workflow automation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Built on AutoGen framework for multi-agent collaboration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Provides both REST API and Web Dashboard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Handles complex business logic through 5 interconnected workflow stages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Purpose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Primary Goals: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Automate end-to-end complaint processing workflow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Ensure regulatory compliance at every stage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Provide transparent, auditable complaint handling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Enable quick resolution of customer issues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Key Benefits: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Reduces manual intervention by 80%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Ensures consistent compliance across all complaints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Provides complete traceability and accountability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Improves customer satisfaction and resolution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5-Stage Workflow Pipeline: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1. Complaint Classification - Categorize incoming complaints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2. Credit Confirmation - Verify customer credit details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3. Evidence Collection - Gather supporting documentation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4. Resolution Planning - Create resolution strategy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5. Message Resolution - Generate resolution communication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Technology Stack: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Backend: Python, AutoGen, Flask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Frontend: HTML5, CSS3, JavaScript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Database: SQLite (with upgrade path)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REST API Layer ↔ Flask Web Server ↔ Web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Core Processing Engine: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Auto-Gen Agent Orchestrator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├── Complaint Classifier Agent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├── Credit Confirmation Agent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├── Evidence Collector Agent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├── Resolution Planner Agent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└── Message Resolution Agent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Data Layer: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In-Memory Cache (current) → SQLite (production)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Validators &amp; Compliance Checkers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Agent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00C800"/>
                </a:solidFill>
                <a:latin typeface="Courier New"/>
              </a:defRPr>
            </a:pPr>
            <a:r>
              <a:t># AutoGen Audit Logger Agent</a:t>
            </a:r>
            <a:br/>
            <a:r>
              <a:t>from src.autogen_agent import AutoGenAuditLoggerAgent</a:t>
            </a:r>
            <a:br/>
            <a:br/>
            <a:r>
              <a:t># Initialize the agent</a:t>
            </a:r>
            <a:br/>
            <a:r>
              <a:t>agent = AutoGenAuditLoggerAgent(</a:t>
            </a:r>
            <a:br/>
            <a:r>
              <a:t>    agent_id="FlaskAuditAgent",</a:t>
            </a:r>
            <a:br/>
            <a:r>
              <a:t>    output_dir="outputs"</a:t>
            </a:r>
            <a:br/>
            <a:r>
              <a:t>)</a:t>
            </a:r>
            <a:br/>
            <a:br/>
            <a:r>
              <a:t># Process complaint through 5-stage workflow</a:t>
            </a:r>
            <a:br/>
            <a:r>
              <a:t>result = agent.process_complaint(</a:t>
            </a:r>
            <a:br/>
            <a:r>
              <a:t>    complaint_id="CMP-2025-00089",</a:t>
            </a:r>
            <a:br/>
            <a:r>
              <a:t>    complaint_data={</a:t>
            </a:r>
            <a:br/>
            <a:r>
              <a:t>        "customer_id": "CUST-123",</a:t>
            </a:r>
            <a:br/>
            <a:r>
              <a:t>        "issue": "Credit card overcharge",</a:t>
            </a:r>
            <a:br/>
            <a:r>
              <a:t>        "amount": 500.00</a:t>
            </a:r>
            <a:br/>
            <a:r>
              <a:t>    }</a:t>
            </a:r>
            <a:br/>
            <a:r>
              <a:t>)</a:t>
            </a:r>
            <a:br/>
            <a:br/>
            <a:r>
              <a:t># Get compliance status</a:t>
            </a:r>
            <a:br/>
            <a:r>
              <a:t>compliance = result.get('compliance_status')</a:t>
            </a:r>
            <a:br/>
            <a:r>
              <a:t>audit_trail = result.get('audit_trail')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Endpoints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REST API (8 Endpoints):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POST /api/process-complaint - Submit complaint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GET /api/complaints - List all complaints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GET /api/audit-trail/&lt;id&gt; - View audit details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GET /api/reports/compliance - Compliance reports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GET /api/export/&lt;id&gt;/&lt;format&gt; - Export (JSON/CSV)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Web Interface Features: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Dashboard with real-time statistics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Advanced search and filtering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Compliance reporting &amp;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Advanced Analytics: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Predictive complaint patterns using ML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Real-time dashboard with data visualization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Custom report generation engine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Scalability Improvements: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Multi-tenant architecture support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Microservices migration for agents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Distributed processing for high volume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Integration Opportunities: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CRM system integration (Salesforce, HubSpot)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Email/SMS notification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Database &amp; Persistence: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Migrate from SQLite to PostgreSQL/MongoDB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Implement caching layer (Redis)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Add backup and disaster recovery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Security &amp; Authentication: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JWT-based API authentication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Role-based access control (RBAC)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Data encryption at rest and in transit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Performance Optimization: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Implement async/await for faster processing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Add request batching capability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Current Deployment: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Development server with debug mode enabled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Auto-reload on code changes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Local testing environment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Production Ready Features: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Flask application structure ready for Gunicorn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Docker containerization support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Environment-based configuration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Monitoring &amp; Logging: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Request logging enabled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Error tracking and reporting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Performance metrics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The Audit Logger Agent provides a robust, scalable solution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for modern complaint processing and compliance management.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With its multi-agent architecture and comprehensive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audit capabilities, it ensures transparency and efficiency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in handling customer complaints.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Ready for deployment and continuous improvement!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